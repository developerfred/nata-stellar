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Nata: the merchant pays per proven visit, not per 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clarity: no proof of visit, no portable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steps. Emphasise: the claim needs no visitor signature, so it is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sided: merchant value is measurable acquisition; visitor value is portable dollars.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replay an old QR and the contract refuses; second claim also refused.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Composed track: passkey wallet + relayer + USDC/SAC + custom contract. Contract IDs are in ARCHITECTURE.md.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Simple, aligned with merchant outcomes.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Market sizing to be added from public sources before submission if time permits.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team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nata · HackMeridian Lisbon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nata · HackMeridian Lisbon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1828800"/>
            <a:ext cx="1828800" cy="18288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nata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Pay-per-visit campaigns on Stellar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23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pay only when a real visit is proven at the counter.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get instant cashback. No seed phrase, no gas.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669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Genesis · Stellar Composed · Stellar Testnet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marketing pays for reach, not for visits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are billed per impression or click. Nobody can prove that someone actually walked 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164592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3774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programs are locked inside one shop. Card cashback takes days and costs fees.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645920"/>
            <a:ext cx="35661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3774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cannot show sponsors which booths drew real foot traffic.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piece is cheap, verifiable proof of presence.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budget in escrow that pays only on proven visits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locks a USDC budget in a Soroban contract.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32004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screen shows a QR that rotates every 20 s, signed by the shop.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2004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scans with a passkey wallet. No XLM needed.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05256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525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606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paid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32004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verifies and pays in seconds.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live on-chain. The backend cannot move funds.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is for, and why they care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Merchants and event organizers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cafés, restaurants, shops, museums and event booths.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per visit, not per ad.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reward, budget and dates.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visits, cost per visit and remaining budget live.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Unspent budget is refunded on close.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394960" cy="4023360"/>
          </a:xfrm>
          <a:prstGeom prst="roundRect">
            <a:avLst>
              <a:gd name="adj" fmla="val 272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Tourists, locals and conference attendees.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Face ID or Touch ID.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real USDC the moment they visit.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seed phrase, no gas, no jargon.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spendable across the network.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Fraud-resistant by design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photo of the QR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828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seconds; nonce is single-use on-chain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claims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69748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claim per wallet per campaign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wallets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566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limits, max claims per campaign, short TTL. Roadmap: proof of humanity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34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signs for themselves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434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only spend their own budget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64240" cy="73152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303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backend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5303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redirect funds; reward goes only to the bound visitor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Stellar building blocks, composed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Soroban contract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Escrow, ed25519 ticket check, single-use nonces, events.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64592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874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USDC (SAC)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3774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and cashback. A smart-wallet address receives it with no trustline.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Passkey smart wallet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Touch ID login via passkey-kit.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840480"/>
            <a:ext cx="53949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069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sponsorship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572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Relayer pays fees, so visitors never need XLM.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model: a fee on campaign budgets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5–10%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campaign budget, taken at creation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828800"/>
            <a:ext cx="5394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 pay only for outcomes they can verify.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100 USDC budget at 2 USDC per visit buys 50 proven visits. nata earns 5–10 USDC.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sponsored placement in the discovery map and event analytics packages.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market: events first, then tourist districts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089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 and festivals. Dense, short-lived, sponsors want proof of foot traffic.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4340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Tourist neighbourhoods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343400" y="31089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and museums. Visitors are used to chasing local deals.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0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networks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310896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 earned in one place is spent in another.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 trick: scan the QR on this deck to claim testnet USDC and become a user.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and next steps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cashback at any merchant in the network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bonuses for visiting several places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0120" y="31546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 to a bank through a Stellar anchor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886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humanity against sybil attacks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4709160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4617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launch and security audit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863840" y="1645920"/>
            <a:ext cx="3749040" cy="3840480"/>
          </a:xfrm>
          <a:prstGeom prst="roundRect">
            <a:avLst>
              <a:gd name="adj" fmla="val 292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5603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TODO: names, roles and one-line backgrounds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now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TODO URL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TODO GitHub URL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see ARCHITECTURE.md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863840" y="1463040"/>
            <a:ext cx="3749040" cy="3749040"/>
          </a:xfrm>
          <a:prstGeom prst="roundRect">
            <a:avLst>
              <a:gd name="adj" fmla="val 2927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0" y="2926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campaign QR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(TODO)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9377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nata: pay for visits, not for ads.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ta">
  <a:themeElements>
    <a:clrScheme name="nata">
      <a:dk1>
        <a:srgbClr val="12232B"/>
      </a:dk1>
      <a:lt1>
        <a:srgbClr val="FFFFFF"/>
      </a:lt1>
      <a:dk2>
        <a:srgbClr val="0B3B3C"/>
      </a:dk2>
      <a:lt2>
        <a:srgbClr val="F3F6F4"/>
      </a:lt2>
      <a:accent1>
        <a:srgbClr val="E9A93A"/>
      </a:accent1>
      <a:accent2>
        <a:srgbClr val="1F7A6D"/>
      </a:accent2>
      <a:accent3>
        <a:srgbClr val="C8553D"/>
      </a:accent3>
      <a:accent4>
        <a:srgbClr val="6B8F8A"/>
      </a:accent4>
      <a:accent5>
        <a:srgbClr val="2F4858"/>
      </a:accent5>
      <a:accent6>
        <a:srgbClr val="F6D79A"/>
      </a:accent6>
      <a:hlink>
        <a:srgbClr val="1F7A6D"/>
      </a:hlink>
      <a:folHlink>
        <a:srgbClr val="6B8F8A"/>
      </a:folHlink>
    </a:clrScheme>
    <a:fontScheme name="na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nata pitch deck</dc:title>
  <dc:subject>PptxGenJS Presentation</dc:subject>
  <dc:creator>codingsh</dc:creator>
  <cp:lastModifiedBy>codingsh</cp:lastModifiedBy>
  <cp:revision>1</cp:revision>
  <dcterms:created xsi:type="dcterms:W3CDTF">2026-10-25T18:34:49Z</dcterms:created>
  <dcterms:modified xsi:type="dcterms:W3CDTF">2026-10-25T18:34:49Z</dcterms:modified>
</cp:coreProperties>
</file>