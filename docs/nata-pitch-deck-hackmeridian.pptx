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99" Type="http://schemas.openxmlformats.org/officeDocument/2006/relationships/image" Target="../media/team-codingsh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05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2918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PAY-PER-VISIT · STELLAR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NATA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ON STELLAR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05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04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Pay only when a real visit is proven at the counter.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Merchant locks a vUSD budget in a Soroban contract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Counter shows a QR that rotates every 20 s, ed25519-signed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Visitor scans with a device wallet: paid in seconds, no XLM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it wins: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contract, not our backend, decides who gets paid.</a:t>
            </a:r>
            <a:endParaRPr/>
          </a:p>
        </p:txBody>
      </p:sp>
      <p:sp>
        <p:nvSpPr>
          <p:cNvPr id="115" name="Google Shape;115;p14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8" name="Google Shape;118;p14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19" name="Google Shape;119;p14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0" name="Google Shape;120;p14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05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04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PROBLEM &amp; 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Local marketing cannot prove anyone walked in.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Ads and clicks pay for reach; merchants cannot measure visits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Loyalty is locked in one shop; card cashback is slow and costly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Pays: local merchants and event organizers. Earns: tourists and attendees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now: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stablecoins and sponsored fees make instant, gasless cashback real.</a:t>
            </a:r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15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1" name="Google Shape;141;p15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2" name="Google Shape;142;p15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05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04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Funds and rules live on Stellar, not on our server.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escrow: signature, expiry, one-time nonce, one claim per wallet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Device wallet + sponsored fees: visitors never need XLM (passkeys: roadmap)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Contract CBLE7U…KSXV and vUSD token CBR455…2PRD on testnet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TODO: live URL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Proven on testnet: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claim paid (tx 82f51bda…b46e); reused QR refused, no fee spent.</a:t>
            </a:r>
            <a:endParaRPr/>
          </a:p>
        </p:txBody>
      </p:sp>
      <p:sp>
        <p:nvSpPr>
          <p:cNvPr id="159" name="Google Shape;159;p16"/>
          <p:cNvSpPr/>
          <p:nvPr/>
        </p:nvSpPr>
        <p:spPr>
          <a:xfrm>
            <a:off x="12893040" y="4023360"/>
            <a:ext cx="4480560" cy="2597771"/>
          </a:xfrm>
          <a:custGeom>
            <a:rect b="b" l="l" r="r" t="t"/>
            <a:pathLst>
              <a:path extrusionOk="0" h="2597771" w="4480560">
                <a:moveTo>
                  <a:pt x="0" y="0"/>
                </a:moveTo>
                <a:lnTo>
                  <a:pt x="0" y="1000976"/>
                </a:lnTo>
                <a:lnTo>
                  <a:pt x="2240280" y="2597771"/>
                </a:lnTo>
                <a:lnTo>
                  <a:pt x="4480560" y="1000976"/>
                </a:lnTo>
                <a:lnTo>
                  <a:pt x="4480560" y="0"/>
                </a:lnTo>
                <a:lnTo>
                  <a:pt x="2240280" y="1358467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12893040" y="5882315"/>
            <a:ext cx="1310802" cy="1620628"/>
          </a:xfrm>
          <a:custGeom>
            <a:rect b="b" l="l" r="r" t="t"/>
            <a:pathLst>
              <a:path extrusionOk="0" h="1620628" w="1310802">
                <a:moveTo>
                  <a:pt x="0" y="0"/>
                </a:moveTo>
                <a:lnTo>
                  <a:pt x="0" y="1620628"/>
                </a:lnTo>
                <a:lnTo>
                  <a:pt x="1310802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16062797" y="5882315"/>
            <a:ext cx="1310803" cy="1620628"/>
          </a:xfrm>
          <a:custGeom>
            <a:rect b="b" l="l" r="r" t="t"/>
            <a:pathLst>
              <a:path extrusionOk="0" h="1620628" w="1310803">
                <a:moveTo>
                  <a:pt x="1310803" y="0"/>
                </a:moveTo>
                <a:lnTo>
                  <a:pt x="1310803" y="1620628"/>
                </a:lnTo>
                <a:lnTo>
                  <a:pt x="0" y="786482"/>
                </a:lnTo>
                <a:close/>
              </a:path>
            </a:pathLst>
          </a:custGeom>
          <a:solidFill>
            <a:srgbClr val="0F0F0F">
              <a:alpha val="7059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16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3" name="Google Shape;163;p16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4" name="Google Shape;164;p16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05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04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9319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codingsh, blockchain developer and white hat.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709160"/>
            <a:ext cx="116128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Smart contracts, EVM security, cross-chain bridges, dApp frontends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Solidity, Rust, TypeScript, Zig; ENS codingsh.eth</a:t>
            </a:r>
            <a:endParaRPr/>
          </a:p>
          <a:p>
            <a:pPr indent="-411480" lvl="0" marL="411480" marR="0" rtl="0" algn="l">
              <a:spcBef>
                <a:spcPts val="100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4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Hackathon wins in 2025: 1st at Reown, Talent Protocol and Para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086600"/>
            <a:ext cx="10789920" cy="105156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Why us: </a:t>
            </a:r>
            <a:r>
              <a:rPr b="0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contract-security builder shipped contract, wallet and app.</a:t>
            </a:r>
            <a:endParaRPr/>
          </a:p>
        </p:txBody>
      </p:sp>
      <p:sp>
        <p:nvSpPr>
          <p:cNvPr id="184" name="Google Shape;184;p17"/>
          <p:cNvSpPr/>
          <p:nvPr/>
        </p:nvSpPr>
        <p:spPr>
          <a:xfrm rot="5400000">
            <a:off x="15133320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5" name="Google Shape;185;p17"/>
          <p:cNvSpPr/>
          <p:nvPr/>
        </p:nvSpPr>
        <p:spPr>
          <a:xfrm rot="5400000">
            <a:off x="15611094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17"/>
          <p:cNvSpPr/>
          <p:nvPr/>
        </p:nvSpPr>
        <p:spPr>
          <a:xfrm rot="5400000">
            <a:off x="16088867" y="7498079"/>
            <a:ext cx="502920" cy="5029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Team photo codingsh" descr="Photo of codingsh"/>
          <p:cNvPicPr preferRelativeResize="0"/>
          <p:nvPr/>
        </p:nvPicPr>
        <p:blipFill>
          <a:blip r:embed="rId99"/>
          <a:stretch>
            <a:fillRect/>
          </a:stretch>
        </p:blipFill>
        <p:spPr>
          <a:xfrm>
            <a:off x="14173200" y="3931920"/>
            <a:ext cx="3200400" cy="3200400"/>
          </a:xfrm>
          <a:prstGeom prst="ellipse">
            <a:avLst/>
          </a:prstGeom>
          <a:ln w="38100">
            <a:solidFill>
              <a:srgbClr val="FDDA24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